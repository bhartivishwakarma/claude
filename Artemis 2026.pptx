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sldIdLst>
    <p:sldId id="291" r:id="rId2"/>
    <p:sldId id="281" r:id="rId3"/>
    <p:sldId id="298" r:id="rId4"/>
    <p:sldId id="290" r:id="rId5"/>
    <p:sldId id="293" r:id="rId6"/>
    <p:sldId id="302" r:id="rId7"/>
    <p:sldId id="294" r:id="rId8"/>
    <p:sldId id="299" r:id="rId9"/>
    <p:sldId id="300" r:id="rId10"/>
    <p:sldId id="301" r:id="rId11"/>
    <p:sldId id="303" r:id="rId12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BE4DC-E8C5-5E69-8B22-FA88586169C5}" v="1" dt="2026-02-25T08:51:11.160"/>
    <p1510:client id="{3E01D325-91E7-0687-A3C0-71F3C0025D77}" v="1" dt="2026-02-25T08:44:28.232"/>
    <p1510:client id="{3EAD3375-802A-69F4-A077-8F1F4CB42E81}" v="17" dt="2026-02-25T06:31:42.423"/>
    <p1510:client id="{6EE4F575-2697-4832-AA1B-276DA2AED9E7}" v="33" dt="2026-02-25T05:53:41.681"/>
    <p1510:client id="{8377A847-2CA5-5A01-71C7-E39EB14A469F}" v="1" dt="2026-02-25T07:14:35.070"/>
    <p1510:client id="{9214DBD8-7D83-4374-80EB-7FA07F275EBA}" v="383" dt="2026-02-25T06:25:07.990"/>
    <p1510:client id="{977DFFDF-3035-1897-70CA-7C2FBFFB034A}" v="331" dt="2026-02-25T06:58:24.969"/>
    <p1510:client id="{C0AA7B7C-B912-1557-7ED6-9D7A3E1D05FF}" v="150" dt="2026-02-25T07:31:18.6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8377A847-2CA5-5A01-71C7-E39EB14A469F}"/>
    <pc:docChg chg="modSld">
      <pc:chgData name="Guest User" userId="" providerId="Windows Live" clId="Web-{8377A847-2CA5-5A01-71C7-E39EB14A469F}" dt="2026-02-25T07:14:35.070" v="0" actId="1076"/>
      <pc:docMkLst>
        <pc:docMk/>
      </pc:docMkLst>
      <pc:sldChg chg="modSp">
        <pc:chgData name="Guest User" userId="" providerId="Windows Live" clId="Web-{8377A847-2CA5-5A01-71C7-E39EB14A469F}" dt="2026-02-25T07:14:35.070" v="0" actId="1076"/>
        <pc:sldMkLst>
          <pc:docMk/>
          <pc:sldMk cId="0" sldId="281"/>
        </pc:sldMkLst>
        <pc:spChg chg="mod">
          <ac:chgData name="Guest User" userId="" providerId="Windows Live" clId="Web-{8377A847-2CA5-5A01-71C7-E39EB14A469F}" dt="2026-02-25T07:14:35.070" v="0" actId="1076"/>
          <ac:spMkLst>
            <pc:docMk/>
            <pc:sldMk cId="0" sldId="281"/>
            <ac:spMk id="3" creationId="{ED6B2DAB-63E1-CEF5-2AE7-D226E15604EA}"/>
          </ac:spMkLst>
        </pc:spChg>
      </pc:sldChg>
    </pc:docChg>
  </pc:docChgLst>
  <pc:docChgLst>
    <pc:chgData name="Vivek Verma" userId="cbd8c5027d906dc9" providerId="Windows Live" clId="Web-{6EE4F575-2697-4832-AA1B-276DA2AED9E7}"/>
    <pc:docChg chg="modSld">
      <pc:chgData name="Vivek Verma" userId="cbd8c5027d906dc9" providerId="Windows Live" clId="Web-{6EE4F575-2697-4832-AA1B-276DA2AED9E7}" dt="2026-02-25T05:53:41.681" v="22" actId="1076"/>
      <pc:docMkLst>
        <pc:docMk/>
      </pc:docMkLst>
      <pc:sldChg chg="addSp delSp modSp">
        <pc:chgData name="Vivek Verma" userId="cbd8c5027d906dc9" providerId="Windows Live" clId="Web-{6EE4F575-2697-4832-AA1B-276DA2AED9E7}" dt="2026-02-25T05:53:41.681" v="22" actId="1076"/>
        <pc:sldMkLst>
          <pc:docMk/>
          <pc:sldMk cId="0" sldId="281"/>
        </pc:sldMkLst>
        <pc:spChg chg="add mod">
          <ac:chgData name="Vivek Verma" userId="cbd8c5027d906dc9" providerId="Windows Live" clId="Web-{6EE4F575-2697-4832-AA1B-276DA2AED9E7}" dt="2026-02-25T05:53:41.681" v="22" actId="1076"/>
          <ac:spMkLst>
            <pc:docMk/>
            <pc:sldMk cId="0" sldId="281"/>
            <ac:spMk id="2" creationId="{2BE42FAA-7F20-352A-4686-97E24372A252}"/>
          </ac:spMkLst>
        </pc:spChg>
        <pc:spChg chg="add del mod">
          <ac:chgData name="Vivek Verma" userId="cbd8c5027d906dc9" providerId="Windows Live" clId="Web-{6EE4F575-2697-4832-AA1B-276DA2AED9E7}" dt="2026-02-25T05:52:05.398" v="9"/>
          <ac:spMkLst>
            <pc:docMk/>
            <pc:sldMk cId="0" sldId="281"/>
            <ac:spMk id="15362" creationId="{00000000-0000-0000-0000-000000000000}"/>
          </ac:spMkLst>
        </pc:spChg>
      </pc:sldChg>
    </pc:docChg>
  </pc:docChgLst>
  <pc:docChgLst>
    <pc:chgData name="Guest User" providerId="Windows Live" clId="Web-{3E01D325-91E7-0687-A3C0-71F3C0025D77}"/>
    <pc:docChg chg="modSld">
      <pc:chgData name="Guest User" userId="" providerId="Windows Live" clId="Web-{3E01D325-91E7-0687-A3C0-71F3C0025D77}" dt="2026-02-25T08:44:28.216" v="0"/>
      <pc:docMkLst>
        <pc:docMk/>
      </pc:docMkLst>
      <pc:sldChg chg="mod modShow">
        <pc:chgData name="Guest User" userId="" providerId="Windows Live" clId="Web-{3E01D325-91E7-0687-A3C0-71F3C0025D77}" dt="2026-02-25T08:44:28.216" v="0"/>
        <pc:sldMkLst>
          <pc:docMk/>
          <pc:sldMk cId="0" sldId="298"/>
        </pc:sldMkLst>
      </pc:sldChg>
    </pc:docChg>
  </pc:docChgLst>
  <pc:docChgLst>
    <pc:chgData name="Guest User" providerId="Windows Live" clId="Web-{3EAD3375-802A-69F4-A077-8F1F4CB42E81}"/>
    <pc:docChg chg="modSld">
      <pc:chgData name="Guest User" userId="" providerId="Windows Live" clId="Web-{3EAD3375-802A-69F4-A077-8F1F4CB42E81}" dt="2026-02-25T06:31:42.423" v="14" actId="1076"/>
      <pc:docMkLst>
        <pc:docMk/>
      </pc:docMkLst>
      <pc:sldChg chg="addSp delSp modSp">
        <pc:chgData name="Guest User" userId="" providerId="Windows Live" clId="Web-{3EAD3375-802A-69F4-A077-8F1F4CB42E81}" dt="2026-02-25T06:31:42.423" v="14" actId="1076"/>
        <pc:sldMkLst>
          <pc:docMk/>
          <pc:sldMk cId="0" sldId="281"/>
        </pc:sldMkLst>
        <pc:spChg chg="del mod">
          <ac:chgData name="Guest User" userId="" providerId="Windows Live" clId="Web-{3EAD3375-802A-69F4-A077-8F1F4CB42E81}" dt="2026-02-25T06:30:35.735" v="2"/>
          <ac:spMkLst>
            <pc:docMk/>
            <pc:sldMk cId="0" sldId="281"/>
            <ac:spMk id="2" creationId="{2BE42FAA-7F20-352A-4686-97E24372A252}"/>
          </ac:spMkLst>
        </pc:spChg>
        <pc:spChg chg="add mod">
          <ac:chgData name="Guest User" userId="" providerId="Windows Live" clId="Web-{3EAD3375-802A-69F4-A077-8F1F4CB42E81}" dt="2026-02-25T06:31:32.642" v="12" actId="1076"/>
          <ac:spMkLst>
            <pc:docMk/>
            <pc:sldMk cId="0" sldId="281"/>
            <ac:spMk id="3" creationId="{ED6B2DAB-63E1-CEF5-2AE7-D226E15604EA}"/>
          </ac:spMkLst>
        </pc:spChg>
        <pc:picChg chg="mod">
          <ac:chgData name="Guest User" userId="" providerId="Windows Live" clId="Web-{3EAD3375-802A-69F4-A077-8F1F4CB42E81}" dt="2026-02-25T06:31:42.423" v="14" actId="1076"/>
          <ac:picMkLst>
            <pc:docMk/>
            <pc:sldMk cId="0" sldId="281"/>
            <ac:picMk id="13" creationId="{9120848B-B2B4-45BE-A961-AEC0B06CF41B}"/>
          </ac:picMkLst>
        </pc:picChg>
        <pc:picChg chg="mod">
          <ac:chgData name="Guest User" userId="" providerId="Windows Live" clId="Web-{3EAD3375-802A-69F4-A077-8F1F4CB42E81}" dt="2026-02-25T06:31:38.767" v="13" actId="1076"/>
          <ac:picMkLst>
            <pc:docMk/>
            <pc:sldMk cId="0" sldId="281"/>
            <ac:picMk id="14" creationId="{00000000-0000-0000-0000-000000000000}"/>
          </ac:picMkLst>
        </pc:picChg>
      </pc:sldChg>
    </pc:docChg>
  </pc:docChgLst>
  <pc:docChgLst>
    <pc:chgData name="Guest User" providerId="Windows Live" clId="Web-{C0AA7B7C-B912-1557-7ED6-9D7A3E1D05FF}"/>
    <pc:docChg chg="addSld delSld modSld">
      <pc:chgData name="Guest User" userId="" providerId="Windows Live" clId="Web-{C0AA7B7C-B912-1557-7ED6-9D7A3E1D05FF}" dt="2026-02-25T07:31:18.647" v="100" actId="1076"/>
      <pc:docMkLst>
        <pc:docMk/>
      </pc:docMkLst>
      <pc:sldChg chg="modSp">
        <pc:chgData name="Guest User" userId="" providerId="Windows Live" clId="Web-{C0AA7B7C-B912-1557-7ED6-9D7A3E1D05FF}" dt="2026-02-25T06:59:30.603" v="98" actId="20577"/>
        <pc:sldMkLst>
          <pc:docMk/>
          <pc:sldMk cId="0" sldId="281"/>
        </pc:sldMkLst>
        <pc:spChg chg="mod">
          <ac:chgData name="Guest User" userId="" providerId="Windows Live" clId="Web-{C0AA7B7C-B912-1557-7ED6-9D7A3E1D05FF}" dt="2026-02-25T06:59:30.603" v="98" actId="20577"/>
          <ac:spMkLst>
            <pc:docMk/>
            <pc:sldMk cId="0" sldId="281"/>
            <ac:spMk id="3" creationId="{ED6B2DAB-63E1-CEF5-2AE7-D226E15604EA}"/>
          </ac:spMkLst>
        </pc:spChg>
      </pc:sldChg>
      <pc:sldChg chg="modSp">
        <pc:chgData name="Guest User" userId="" providerId="Windows Live" clId="Web-{C0AA7B7C-B912-1557-7ED6-9D7A3E1D05FF}" dt="2026-02-25T06:57:15.319" v="73" actId="1076"/>
        <pc:sldMkLst>
          <pc:docMk/>
          <pc:sldMk cId="0" sldId="290"/>
        </pc:sldMkLst>
        <pc:spChg chg="mod">
          <ac:chgData name="Guest User" userId="" providerId="Windows Live" clId="Web-{C0AA7B7C-B912-1557-7ED6-9D7A3E1D05FF}" dt="2026-02-25T06:57:15.319" v="73" actId="1076"/>
          <ac:spMkLst>
            <pc:docMk/>
            <pc:sldMk cId="0" sldId="290"/>
            <ac:spMk id="17410" creationId="{00000000-0000-0000-0000-000000000000}"/>
          </ac:spMkLst>
        </pc:spChg>
      </pc:sldChg>
      <pc:sldChg chg="modSp">
        <pc:chgData name="Guest User" userId="" providerId="Windows Live" clId="Web-{C0AA7B7C-B912-1557-7ED6-9D7A3E1D05FF}" dt="2026-02-25T06:56:36.147" v="71" actId="20577"/>
        <pc:sldMkLst>
          <pc:docMk/>
          <pc:sldMk cId="0" sldId="291"/>
        </pc:sldMkLst>
        <pc:spChg chg="mod">
          <ac:chgData name="Guest User" userId="" providerId="Windows Live" clId="Web-{C0AA7B7C-B912-1557-7ED6-9D7A3E1D05FF}" dt="2026-02-25T06:56:36.147" v="71" actId="20577"/>
          <ac:spMkLst>
            <pc:docMk/>
            <pc:sldMk cId="0" sldId="291"/>
            <ac:spMk id="10" creationId="{00000000-0000-0000-0000-000000000000}"/>
          </ac:spMkLst>
        </pc:spChg>
      </pc:sldChg>
      <pc:sldChg chg="modSp del">
        <pc:chgData name="Guest User" userId="" providerId="Windows Live" clId="Web-{C0AA7B7C-B912-1557-7ED6-9D7A3E1D05FF}" dt="2026-02-25T06:42:01.081" v="34"/>
        <pc:sldMkLst>
          <pc:docMk/>
          <pc:sldMk cId="3916788613" sldId="296"/>
        </pc:sldMkLst>
        <pc:spChg chg="mod">
          <ac:chgData name="Guest User" userId="" providerId="Windows Live" clId="Web-{C0AA7B7C-B912-1557-7ED6-9D7A3E1D05FF}" dt="2026-02-25T06:40:31.033" v="28" actId="1076"/>
          <ac:spMkLst>
            <pc:docMk/>
            <pc:sldMk cId="3916788613" sldId="296"/>
            <ac:spMk id="17410" creationId="{00000000-0000-0000-0000-000000000000}"/>
          </ac:spMkLst>
        </pc:spChg>
      </pc:sldChg>
      <pc:sldChg chg="del">
        <pc:chgData name="Guest User" userId="" providerId="Windows Live" clId="Web-{C0AA7B7C-B912-1557-7ED6-9D7A3E1D05FF}" dt="2026-02-25T06:56:19.678" v="70"/>
        <pc:sldMkLst>
          <pc:docMk/>
          <pc:sldMk cId="1588084416" sldId="297"/>
        </pc:sldMkLst>
      </pc:sldChg>
      <pc:sldChg chg="modSp">
        <pc:chgData name="Guest User" userId="" providerId="Windows Live" clId="Web-{C0AA7B7C-B912-1557-7ED6-9D7A3E1D05FF}" dt="2026-02-25T06:57:05.163" v="72" actId="1076"/>
        <pc:sldMkLst>
          <pc:docMk/>
          <pc:sldMk cId="0" sldId="298"/>
        </pc:sldMkLst>
        <pc:spChg chg="mod">
          <ac:chgData name="Guest User" userId="" providerId="Windows Live" clId="Web-{C0AA7B7C-B912-1557-7ED6-9D7A3E1D05FF}" dt="2026-02-25T06:57:05.163" v="72" actId="1076"/>
          <ac:spMkLst>
            <pc:docMk/>
            <pc:sldMk cId="0" sldId="298"/>
            <ac:spMk id="15362" creationId="{00000000-0000-0000-0000-000000000000}"/>
          </ac:spMkLst>
        </pc:spChg>
      </pc:sldChg>
      <pc:sldChg chg="addSp delSp modSp">
        <pc:chgData name="Guest User" userId="" providerId="Windows Live" clId="Web-{C0AA7B7C-B912-1557-7ED6-9D7A3E1D05FF}" dt="2026-02-25T06:45:18.069" v="45" actId="20577"/>
        <pc:sldMkLst>
          <pc:docMk/>
          <pc:sldMk cId="2997144140" sldId="299"/>
        </pc:sldMkLst>
        <pc:spChg chg="mod">
          <ac:chgData name="Guest User" userId="" providerId="Windows Live" clId="Web-{C0AA7B7C-B912-1557-7ED6-9D7A3E1D05FF}" dt="2026-02-25T06:45:18.069" v="45" actId="20577"/>
          <ac:spMkLst>
            <pc:docMk/>
            <pc:sldMk cId="2997144140" sldId="299"/>
            <ac:spMk id="17409" creationId="{00000000-0000-0000-0000-000000000000}"/>
          </ac:spMkLst>
        </pc:spChg>
        <pc:picChg chg="add del mod">
          <ac:chgData name="Guest User" userId="" providerId="Windows Live" clId="Web-{C0AA7B7C-B912-1557-7ED6-9D7A3E1D05FF}" dt="2026-02-25T06:45:15.210" v="44"/>
          <ac:picMkLst>
            <pc:docMk/>
            <pc:sldMk cId="2997144140" sldId="299"/>
            <ac:picMk id="2" creationId="{DD03D62E-55DC-1699-90F5-2A8292405955}"/>
          </ac:picMkLst>
        </pc:picChg>
      </pc:sldChg>
      <pc:sldChg chg="addSp delSp modSp">
        <pc:chgData name="Guest User" userId="" providerId="Windows Live" clId="Web-{C0AA7B7C-B912-1557-7ED6-9D7A3E1D05FF}" dt="2026-02-25T06:53:00.328" v="69" actId="1076"/>
        <pc:sldMkLst>
          <pc:docMk/>
          <pc:sldMk cId="2997144140" sldId="300"/>
        </pc:sldMkLst>
        <pc:spChg chg="mod">
          <ac:chgData name="Guest User" userId="" providerId="Windows Live" clId="Web-{C0AA7B7C-B912-1557-7ED6-9D7A3E1D05FF}" dt="2026-02-25T06:53:00.328" v="69" actId="1076"/>
          <ac:spMkLst>
            <pc:docMk/>
            <pc:sldMk cId="2997144140" sldId="300"/>
            <ac:spMk id="2" creationId="{AD5C5811-C83C-CDE0-C5E3-CA754F24CEBE}"/>
          </ac:spMkLst>
        </pc:spChg>
        <pc:spChg chg="add del mod">
          <ac:chgData name="Guest User" userId="" providerId="Windows Live" clId="Web-{C0AA7B7C-B912-1557-7ED6-9D7A3E1D05FF}" dt="2026-02-25T06:36:53.608" v="11"/>
          <ac:spMkLst>
            <pc:docMk/>
            <pc:sldMk cId="2997144140" sldId="300"/>
            <ac:spMk id="4" creationId="{8D3A187D-DD4B-796E-487B-8E28B6A388DE}"/>
          </ac:spMkLst>
        </pc:spChg>
        <pc:picChg chg="add mod modCrop">
          <ac:chgData name="Guest User" userId="" providerId="Windows Live" clId="Web-{C0AA7B7C-B912-1557-7ED6-9D7A3E1D05FF}" dt="2026-02-25T06:39:22.376" v="25" actId="1076"/>
          <ac:picMkLst>
            <pc:docMk/>
            <pc:sldMk cId="2997144140" sldId="300"/>
            <ac:picMk id="3" creationId="{F3E79C47-38E0-2EDB-2BBB-EC4A87431F77}"/>
          </ac:picMkLst>
        </pc:picChg>
        <pc:picChg chg="add mod">
          <ac:chgData name="Guest User" userId="" providerId="Windows Live" clId="Web-{C0AA7B7C-B912-1557-7ED6-9D7A3E1D05FF}" dt="2026-02-25T06:39:25.454" v="26" actId="1076"/>
          <ac:picMkLst>
            <pc:docMk/>
            <pc:sldMk cId="2997144140" sldId="300"/>
            <ac:picMk id="5" creationId="{50C18F71-A017-3204-5BF7-7F86E81A7D51}"/>
          </ac:picMkLst>
        </pc:picChg>
      </pc:sldChg>
      <pc:sldChg chg="addSp modSp">
        <pc:chgData name="Guest User" userId="" providerId="Windows Live" clId="Web-{C0AA7B7C-B912-1557-7ED6-9D7A3E1D05FF}" dt="2026-02-25T07:31:18.647" v="100" actId="1076"/>
        <pc:sldMkLst>
          <pc:docMk/>
          <pc:sldMk cId="2997144140" sldId="301"/>
        </pc:sldMkLst>
        <pc:spChg chg="mod">
          <ac:chgData name="Guest User" userId="" providerId="Windows Live" clId="Web-{C0AA7B7C-B912-1557-7ED6-9D7A3E1D05FF}" dt="2026-02-25T07:31:18.647" v="100" actId="1076"/>
          <ac:spMkLst>
            <pc:docMk/>
            <pc:sldMk cId="2997144140" sldId="301"/>
            <ac:spMk id="17409" creationId="{00000000-0000-0000-0000-000000000000}"/>
          </ac:spMkLst>
        </pc:spChg>
        <pc:spChg chg="mod">
          <ac:chgData name="Guest User" userId="" providerId="Windows Live" clId="Web-{C0AA7B7C-B912-1557-7ED6-9D7A3E1D05FF}" dt="2026-02-25T06:43:27.363" v="35" actId="1076"/>
          <ac:spMkLst>
            <pc:docMk/>
            <pc:sldMk cId="2997144140" sldId="301"/>
            <ac:spMk id="17410" creationId="{00000000-0000-0000-0000-000000000000}"/>
          </ac:spMkLst>
        </pc:spChg>
        <pc:picChg chg="add mod">
          <ac:chgData name="Guest User" userId="" providerId="Windows Live" clId="Web-{C0AA7B7C-B912-1557-7ED6-9D7A3E1D05FF}" dt="2026-02-25T06:43:49.535" v="41" actId="1076"/>
          <ac:picMkLst>
            <pc:docMk/>
            <pc:sldMk cId="2997144140" sldId="301"/>
            <ac:picMk id="2" creationId="{A31E2974-B845-BEFA-AF8B-26AA947F72D7}"/>
          </ac:picMkLst>
        </pc:picChg>
      </pc:sldChg>
      <pc:sldChg chg="addSp modSp add del replId">
        <pc:chgData name="Guest User" userId="" providerId="Windows Live" clId="Web-{C0AA7B7C-B912-1557-7ED6-9D7A3E1D05FF}" dt="2026-02-25T06:41:57.909" v="33"/>
        <pc:sldMkLst>
          <pc:docMk/>
          <pc:sldMk cId="1428994923" sldId="303"/>
        </pc:sldMkLst>
        <pc:picChg chg="add mod">
          <ac:chgData name="Guest User" userId="" providerId="Windows Live" clId="Web-{C0AA7B7C-B912-1557-7ED6-9D7A3E1D05FF}" dt="2026-02-25T06:41:19.549" v="31" actId="1076"/>
          <ac:picMkLst>
            <pc:docMk/>
            <pc:sldMk cId="1428994923" sldId="303"/>
            <ac:picMk id="2" creationId="{26CC696B-2732-7F6F-211A-760E12191AA1}"/>
          </ac:picMkLst>
        </pc:picChg>
      </pc:sldChg>
    </pc:docChg>
  </pc:docChgLst>
  <pc:docChgLst>
    <pc:chgData name="Vivek Verma" userId="cbd8c5027d906dc9" providerId="Windows Live" clId="Web-{9214DBD8-7D83-4374-80EB-7FA07F275EBA}"/>
    <pc:docChg chg="modSld">
      <pc:chgData name="Vivek Verma" userId="cbd8c5027d906dc9" providerId="Windows Live" clId="Web-{9214DBD8-7D83-4374-80EB-7FA07F275EBA}" dt="2026-02-25T06:25:07.990" v="203" actId="1076"/>
      <pc:docMkLst>
        <pc:docMk/>
      </pc:docMkLst>
      <pc:sldChg chg="modSp">
        <pc:chgData name="Vivek Verma" userId="cbd8c5027d906dc9" providerId="Windows Live" clId="Web-{9214DBD8-7D83-4374-80EB-7FA07F275EBA}" dt="2026-02-25T06:18:19.586" v="149" actId="20577"/>
        <pc:sldMkLst>
          <pc:docMk/>
          <pc:sldMk cId="2997144140" sldId="294"/>
        </pc:sldMkLst>
        <pc:spChg chg="mod">
          <ac:chgData name="Vivek Verma" userId="cbd8c5027d906dc9" providerId="Windows Live" clId="Web-{9214DBD8-7D83-4374-80EB-7FA07F275EBA}" dt="2026-02-25T06:18:19.586" v="149" actId="20577"/>
          <ac:spMkLst>
            <pc:docMk/>
            <pc:sldMk cId="2997144140" sldId="294"/>
            <ac:spMk id="17410" creationId="{00000000-0000-0000-0000-000000000000}"/>
          </ac:spMkLst>
        </pc:spChg>
      </pc:sldChg>
      <pc:sldChg chg="modSp">
        <pc:chgData name="Vivek Verma" userId="cbd8c5027d906dc9" providerId="Windows Live" clId="Web-{9214DBD8-7D83-4374-80EB-7FA07F275EBA}" dt="2026-02-25T06:25:07.990" v="203" actId="1076"/>
        <pc:sldMkLst>
          <pc:docMk/>
          <pc:sldMk cId="3916788613" sldId="296"/>
        </pc:sldMkLst>
        <pc:spChg chg="mod">
          <ac:chgData name="Vivek Verma" userId="cbd8c5027d906dc9" providerId="Windows Live" clId="Web-{9214DBD8-7D83-4374-80EB-7FA07F275EBA}" dt="2026-02-25T06:25:07.990" v="203" actId="1076"/>
          <ac:spMkLst>
            <pc:docMk/>
            <pc:sldMk cId="3916788613" sldId="296"/>
            <ac:spMk id="17410" creationId="{00000000-0000-0000-0000-000000000000}"/>
          </ac:spMkLst>
        </pc:spChg>
      </pc:sldChg>
      <pc:sldChg chg="modSp">
        <pc:chgData name="Vivek Verma" userId="cbd8c5027d906dc9" providerId="Windows Live" clId="Web-{9214DBD8-7D83-4374-80EB-7FA07F275EBA}" dt="2026-02-25T06:20:42.403" v="169" actId="1076"/>
        <pc:sldMkLst>
          <pc:docMk/>
          <pc:sldMk cId="2997144140" sldId="299"/>
        </pc:sldMkLst>
        <pc:spChg chg="mod">
          <ac:chgData name="Vivek Verma" userId="cbd8c5027d906dc9" providerId="Windows Live" clId="Web-{9214DBD8-7D83-4374-80EB-7FA07F275EBA}" dt="2026-02-25T06:20:42.403" v="169" actId="1076"/>
          <ac:spMkLst>
            <pc:docMk/>
            <pc:sldMk cId="2997144140" sldId="299"/>
            <ac:spMk id="17410" creationId="{00000000-0000-0000-0000-000000000000}"/>
          </ac:spMkLst>
        </pc:spChg>
      </pc:sldChg>
      <pc:sldChg chg="addSp modSp">
        <pc:chgData name="Vivek Verma" userId="cbd8c5027d906dc9" providerId="Windows Live" clId="Web-{9214DBD8-7D83-4374-80EB-7FA07F275EBA}" dt="2026-02-25T06:21:39.638" v="179" actId="1076"/>
        <pc:sldMkLst>
          <pc:docMk/>
          <pc:sldMk cId="2997144140" sldId="300"/>
        </pc:sldMkLst>
        <pc:spChg chg="add mod">
          <ac:chgData name="Vivek Verma" userId="cbd8c5027d906dc9" providerId="Windows Live" clId="Web-{9214DBD8-7D83-4374-80EB-7FA07F275EBA}" dt="2026-02-25T06:21:39.638" v="179" actId="1076"/>
          <ac:spMkLst>
            <pc:docMk/>
            <pc:sldMk cId="2997144140" sldId="300"/>
            <ac:spMk id="2" creationId="{AD5C5811-C83C-CDE0-C5E3-CA754F24CEBE}"/>
          </ac:spMkLst>
        </pc:spChg>
      </pc:sldChg>
      <pc:sldChg chg="modSp">
        <pc:chgData name="Vivek Verma" userId="cbd8c5027d906dc9" providerId="Windows Live" clId="Web-{9214DBD8-7D83-4374-80EB-7FA07F275EBA}" dt="2026-02-25T06:23:03.717" v="193" actId="1076"/>
        <pc:sldMkLst>
          <pc:docMk/>
          <pc:sldMk cId="2997144140" sldId="301"/>
        </pc:sldMkLst>
        <pc:spChg chg="mod">
          <ac:chgData name="Vivek Verma" userId="cbd8c5027d906dc9" providerId="Windows Live" clId="Web-{9214DBD8-7D83-4374-80EB-7FA07F275EBA}" dt="2026-02-25T06:23:03.717" v="193" actId="1076"/>
          <ac:spMkLst>
            <pc:docMk/>
            <pc:sldMk cId="2997144140" sldId="301"/>
            <ac:spMk id="17410" creationId="{00000000-0000-0000-0000-000000000000}"/>
          </ac:spMkLst>
        </pc:spChg>
      </pc:sldChg>
      <pc:sldChg chg="addSp modSp">
        <pc:chgData name="Vivek Verma" userId="cbd8c5027d906dc9" providerId="Windows Live" clId="Web-{9214DBD8-7D83-4374-80EB-7FA07F275EBA}" dt="2026-02-25T06:11:02.896" v="17" actId="1076"/>
        <pc:sldMkLst>
          <pc:docMk/>
          <pc:sldMk cId="3753387913" sldId="302"/>
        </pc:sldMkLst>
        <pc:spChg chg="add mod">
          <ac:chgData name="Vivek Verma" userId="cbd8c5027d906dc9" providerId="Windows Live" clId="Web-{9214DBD8-7D83-4374-80EB-7FA07F275EBA}" dt="2026-02-25T06:11:02.896" v="17" actId="1076"/>
          <ac:spMkLst>
            <pc:docMk/>
            <pc:sldMk cId="3753387913" sldId="302"/>
            <ac:spMk id="2" creationId="{A117186A-A288-1058-7874-1F8300D7C8BE}"/>
          </ac:spMkLst>
        </pc:spChg>
      </pc:sldChg>
    </pc:docChg>
  </pc:docChgLst>
  <pc:docChgLst>
    <pc:chgData name="Guest User" providerId="Windows Live" clId="Web-{977DFFDF-3035-1897-70CA-7C2FBFFB034A}"/>
    <pc:docChg chg="modSld">
      <pc:chgData name="Guest User" userId="" providerId="Windows Live" clId="Web-{977DFFDF-3035-1897-70CA-7C2FBFFB034A}" dt="2026-02-25T06:58:23.203" v="186" actId="20577"/>
      <pc:docMkLst>
        <pc:docMk/>
      </pc:docMkLst>
      <pc:sldChg chg="modSp">
        <pc:chgData name="Guest User" userId="" providerId="Windows Live" clId="Web-{977DFFDF-3035-1897-70CA-7C2FBFFB034A}" dt="2026-02-25T06:58:23.203" v="186" actId="20577"/>
        <pc:sldMkLst>
          <pc:docMk/>
          <pc:sldMk cId="0" sldId="281"/>
        </pc:sldMkLst>
        <pc:spChg chg="mod">
          <ac:chgData name="Guest User" userId="" providerId="Windows Live" clId="Web-{977DFFDF-3035-1897-70CA-7C2FBFFB034A}" dt="2026-02-25T06:58:23.203" v="186" actId="20577"/>
          <ac:spMkLst>
            <pc:docMk/>
            <pc:sldMk cId="0" sldId="281"/>
            <ac:spMk id="3" creationId="{ED6B2DAB-63E1-CEF5-2AE7-D226E15604EA}"/>
          </ac:spMkLst>
        </pc:spChg>
        <pc:spChg chg="mod">
          <ac:chgData name="Guest User" userId="" providerId="Windows Live" clId="Web-{977DFFDF-3035-1897-70CA-7C2FBFFB034A}" dt="2026-02-25T06:44:14.916" v="150" actId="1076"/>
          <ac:spMkLst>
            <pc:docMk/>
            <pc:sldMk cId="0" sldId="281"/>
            <ac:spMk id="15361" creationId="{00000000-0000-0000-0000-000000000000}"/>
          </ac:spMkLst>
        </pc:spChg>
      </pc:sldChg>
      <pc:sldChg chg="modSp">
        <pc:chgData name="Guest User" userId="" providerId="Windows Live" clId="Web-{977DFFDF-3035-1897-70CA-7C2FBFFB034A}" dt="2026-02-25T06:41:05.344" v="105" actId="20577"/>
        <pc:sldMkLst>
          <pc:docMk/>
          <pc:sldMk cId="0" sldId="290"/>
        </pc:sldMkLst>
        <pc:spChg chg="mod">
          <ac:chgData name="Guest User" userId="" providerId="Windows Live" clId="Web-{977DFFDF-3035-1897-70CA-7C2FBFFB034A}" dt="2026-02-25T06:41:05.344" v="105" actId="20577"/>
          <ac:spMkLst>
            <pc:docMk/>
            <pc:sldMk cId="0" sldId="290"/>
            <ac:spMk id="17410" creationId="{00000000-0000-0000-0000-000000000000}"/>
          </ac:spMkLst>
        </pc:spChg>
      </pc:sldChg>
      <pc:sldChg chg="modSp">
        <pc:chgData name="Guest User" userId="" providerId="Windows Live" clId="Web-{977DFFDF-3035-1897-70CA-7C2FBFFB034A}" dt="2026-02-25T06:46:51.390" v="163" actId="20577"/>
        <pc:sldMkLst>
          <pc:docMk/>
          <pc:sldMk cId="0" sldId="291"/>
        </pc:sldMkLst>
        <pc:spChg chg="mod">
          <ac:chgData name="Guest User" userId="" providerId="Windows Live" clId="Web-{977DFFDF-3035-1897-70CA-7C2FBFFB034A}" dt="2026-02-25T06:46:51.390" v="163" actId="20577"/>
          <ac:spMkLst>
            <pc:docMk/>
            <pc:sldMk cId="0" sldId="291"/>
            <ac:spMk id="10" creationId="{00000000-0000-0000-0000-000000000000}"/>
          </ac:spMkLst>
        </pc:spChg>
      </pc:sldChg>
      <pc:sldChg chg="modSp">
        <pc:chgData name="Guest User" userId="" providerId="Windows Live" clId="Web-{977DFFDF-3035-1897-70CA-7C2FBFFB034A}" dt="2026-02-25T06:43:22.258" v="138" actId="1076"/>
        <pc:sldMkLst>
          <pc:docMk/>
          <pc:sldMk cId="3753387913" sldId="293"/>
        </pc:sldMkLst>
        <pc:spChg chg="mod">
          <ac:chgData name="Guest User" userId="" providerId="Windows Live" clId="Web-{977DFFDF-3035-1897-70CA-7C2FBFFB034A}" dt="2026-02-25T06:43:22.258" v="138" actId="1076"/>
          <ac:spMkLst>
            <pc:docMk/>
            <pc:sldMk cId="3753387913" sldId="293"/>
            <ac:spMk id="17410" creationId="{00000000-0000-0000-0000-000000000000}"/>
          </ac:spMkLst>
        </pc:spChg>
      </pc:sldChg>
      <pc:sldChg chg="modSp">
        <pc:chgData name="Guest User" userId="" providerId="Windows Live" clId="Web-{977DFFDF-3035-1897-70CA-7C2FBFFB034A}" dt="2026-02-25T06:45:48.638" v="161" actId="20577"/>
        <pc:sldMkLst>
          <pc:docMk/>
          <pc:sldMk cId="2997144140" sldId="294"/>
        </pc:sldMkLst>
        <pc:spChg chg="mod">
          <ac:chgData name="Guest User" userId="" providerId="Windows Live" clId="Web-{977DFFDF-3035-1897-70CA-7C2FBFFB034A}" dt="2026-02-25T06:45:48.638" v="161" actId="20577"/>
          <ac:spMkLst>
            <pc:docMk/>
            <pc:sldMk cId="2997144140" sldId="294"/>
            <ac:spMk id="17410" creationId="{00000000-0000-0000-0000-000000000000}"/>
          </ac:spMkLst>
        </pc:spChg>
      </pc:sldChg>
      <pc:sldChg chg="modSp">
        <pc:chgData name="Guest User" userId="" providerId="Windows Live" clId="Web-{977DFFDF-3035-1897-70CA-7C2FBFFB034A}" dt="2026-02-25T06:55:17.171" v="183" actId="14100"/>
        <pc:sldMkLst>
          <pc:docMk/>
          <pc:sldMk cId="0" sldId="298"/>
        </pc:sldMkLst>
        <pc:spChg chg="mod">
          <ac:chgData name="Guest User" userId="" providerId="Windows Live" clId="Web-{977DFFDF-3035-1897-70CA-7C2FBFFB034A}" dt="2026-02-25T06:38:18.641" v="81" actId="20577"/>
          <ac:spMkLst>
            <pc:docMk/>
            <pc:sldMk cId="0" sldId="298"/>
            <ac:spMk id="15361" creationId="{00000000-0000-0000-0000-000000000000}"/>
          </ac:spMkLst>
        </pc:spChg>
        <pc:spChg chg="mod">
          <ac:chgData name="Guest User" userId="" providerId="Windows Live" clId="Web-{977DFFDF-3035-1897-70CA-7C2FBFFB034A}" dt="2026-02-25T06:55:17.171" v="183" actId="14100"/>
          <ac:spMkLst>
            <pc:docMk/>
            <pc:sldMk cId="0" sldId="298"/>
            <ac:spMk id="15362" creationId="{00000000-0000-0000-0000-000000000000}"/>
          </ac:spMkLst>
        </pc:spChg>
      </pc:sldChg>
    </pc:docChg>
  </pc:docChgLst>
  <pc:docChgLst>
    <pc:chgData name="Guest User" providerId="Windows Live" clId="Web-{14CBE4DC-E8C5-5E69-8B22-FA88586169C5}"/>
    <pc:docChg chg="modSld">
      <pc:chgData name="Guest User" userId="" providerId="Windows Live" clId="Web-{14CBE4DC-E8C5-5E69-8B22-FA88586169C5}" dt="2026-02-25T08:51:11.160" v="0" actId="1076"/>
      <pc:docMkLst>
        <pc:docMk/>
      </pc:docMkLst>
      <pc:sldChg chg="modSp">
        <pc:chgData name="Guest User" userId="" providerId="Windows Live" clId="Web-{14CBE4DC-E8C5-5E69-8B22-FA88586169C5}" dt="2026-02-25T08:51:11.160" v="0" actId="1076"/>
        <pc:sldMkLst>
          <pc:docMk/>
          <pc:sldMk cId="2997144140" sldId="301"/>
        </pc:sldMkLst>
        <pc:picChg chg="mod">
          <ac:chgData name="Guest User" userId="" providerId="Windows Live" clId="Web-{14CBE4DC-E8C5-5E69-8B22-FA88586169C5}" dt="2026-02-25T08:51:11.160" v="0" actId="1076"/>
          <ac:picMkLst>
            <pc:docMk/>
            <pc:sldMk cId="2997144140" sldId="301"/>
            <ac:picMk id="2" creationId="{A31E2974-B845-BEFA-AF8B-26AA947F72D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8B3E1-7824-F06A-C95F-1FC5AD8F6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13FF8AC1-FA09-CB3D-2224-0B45B7C03A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EB1F0EE4-BBB2-01BD-9899-F87615FD6D6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ABD06F05-DFFF-96B1-C565-1F5CF07E67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4591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393371" y="81376"/>
            <a:ext cx="7601437" cy="877077"/>
          </a:xfrm>
        </p:spPr>
        <p:txBody>
          <a:bodyPr/>
          <a:lstStyle/>
          <a:p>
            <a: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  <a:t>ARTEMIS HACKATHON 2026</a:t>
            </a:r>
            <a:endParaRPr lang="en-IN" sz="4000" b="1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11862399" cy="32093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/>
                <a:ea typeface="ＭＳ Ｐゴシック"/>
                <a:cs typeface="Arial"/>
              </a:rPr>
              <a:t>Problem Statement No –2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/>
                <a:ea typeface="ＭＳ Ｐゴシック"/>
                <a:cs typeface="Arial"/>
              </a:rPr>
              <a:t>Problem Statement Title- Smarter Defense Through Innovation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/>
                <a:ea typeface="ＭＳ Ｐゴシック"/>
                <a:cs typeface="Arial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/>
                <a:ea typeface="ＭＳ Ｐゴシック"/>
                <a:cs typeface="Arial"/>
              </a:rPr>
              <a:t>Team Name – NeuroCloud</a:t>
            </a:r>
            <a:endParaRPr lang="en-IN" sz="2400" b="1">
              <a:latin typeface="Arial"/>
              <a:ea typeface="ＭＳ Ｐゴシック"/>
              <a:cs typeface="Arial"/>
            </a:endParaRPr>
          </a:p>
        </p:txBody>
      </p:sp>
      <p:pic>
        <p:nvPicPr>
          <p:cNvPr id="11" name="Picture 10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4" name="Picture 13" descr="EFusion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3057" y="203043"/>
            <a:ext cx="1303845" cy="11125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286000" y="115019"/>
            <a:ext cx="6451600" cy="954578"/>
          </a:xfrm>
        </p:spPr>
        <p:txBody>
          <a:bodyPr/>
          <a:lstStyle/>
          <a:p>
            <a:pPr eaLnBrk="1" hangingPunct="1"/>
            <a:r>
              <a:rPr lang="en-US" sz="3600" b="1"/>
              <a:t>PROBLEM STATEMENT</a:t>
            </a:r>
            <a:endParaRPr lang="en-US" sz="3600" b="1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pic>
        <p:nvPicPr>
          <p:cNvPr id="12" name="Picture 11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-115103"/>
            <a:ext cx="1674456" cy="1674456"/>
          </a:xfrm>
          <a:prstGeom prst="rect">
            <a:avLst/>
          </a:prstGeom>
        </p:spPr>
      </p:pic>
      <p:pic>
        <p:nvPicPr>
          <p:cNvPr id="14" name="Picture 13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5863" y="44893"/>
            <a:ext cx="1271040" cy="10845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6B2DAB-63E1-CEF5-2AE7-D226E15604EA}"/>
              </a:ext>
            </a:extLst>
          </p:cNvPr>
          <p:cNvSpPr txBox="1"/>
          <p:nvPr/>
        </p:nvSpPr>
        <p:spPr>
          <a:xfrm>
            <a:off x="869733" y="1009195"/>
            <a:ext cx="11329359" cy="57246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rtl="0">
              <a:buFont typeface="Arial"/>
              <a:buChar char="•"/>
            </a:pPr>
            <a:r>
              <a:rPr lang="en-US" sz="3200">
                <a:latin typeface="Calibri"/>
                <a:ea typeface="Calibri"/>
                <a:cs typeface="Calibri"/>
              </a:rPr>
              <a:t>Rise in cyber threats, fake messages, phishing &amp; online abuse</a:t>
            </a:r>
          </a:p>
          <a:p>
            <a:pPr marL="457200" indent="-457200">
              <a:buFont typeface="Arial"/>
              <a:buChar char="•"/>
            </a:pPr>
            <a:r>
              <a:rPr lang="en-US" sz="3200">
                <a:latin typeface="Calibri"/>
                <a:ea typeface="Calibri"/>
                <a:cs typeface="Calibri"/>
              </a:rPr>
              <a:t>Students &amp; citizens cannot easily identify risky digital interactions  </a:t>
            </a:r>
          </a:p>
          <a:p>
            <a:pPr marL="457200" indent="-457200">
              <a:buFont typeface="Arial"/>
              <a:buChar char="•"/>
            </a:pPr>
            <a:r>
              <a:rPr lang="en-US" sz="3200">
                <a:latin typeface="Calibri"/>
                <a:ea typeface="Calibri"/>
                <a:cs typeface="Calibri"/>
              </a:rPr>
              <a:t>  </a:t>
            </a:r>
            <a:r>
              <a:rPr lang="en-US" sz="3600" b="1">
                <a:latin typeface="Calibri"/>
                <a:ea typeface="Calibri"/>
                <a:cs typeface="Calibri"/>
              </a:rPr>
              <a:t>Existing systems:</a:t>
            </a:r>
            <a:endParaRPr lang="en-US"/>
          </a:p>
          <a:p>
            <a:r>
              <a:rPr lang="en-US" sz="3600">
                <a:latin typeface="Calibri"/>
                <a:ea typeface="Calibri"/>
                <a:cs typeface="Calibri"/>
              </a:rPr>
              <a:t>      Collect too much personal data</a:t>
            </a:r>
          </a:p>
          <a:p>
            <a:r>
              <a:rPr lang="en-US" sz="3600">
                <a:latin typeface="Calibri"/>
                <a:ea typeface="Calibri"/>
                <a:cs typeface="Calibri"/>
              </a:rPr>
              <a:t>      Violate user privacy</a:t>
            </a:r>
          </a:p>
          <a:p>
            <a:pPr marL="575945" indent="-575945" rtl="0">
              <a:buFont typeface="Arial"/>
              <a:buChar char="•"/>
            </a:pPr>
            <a:r>
              <a:rPr lang="en-US" sz="3600">
                <a:latin typeface="Calibri"/>
                <a:ea typeface="Calibri"/>
                <a:cs typeface="Calibri"/>
              </a:rPr>
              <a:t>Lack of real-time alerts &amp; guidance</a:t>
            </a:r>
          </a:p>
          <a:p>
            <a:pPr marL="575945" indent="-575945" rtl="0">
              <a:buFont typeface="Arial"/>
              <a:buChar char="•"/>
            </a:pPr>
            <a:r>
              <a:rPr lang="en-US" sz="3600" b="1">
                <a:latin typeface="Calibri"/>
                <a:ea typeface="Calibri"/>
                <a:cs typeface="Calibri"/>
              </a:rPr>
              <a:t>Real-world impact:</a:t>
            </a:r>
          </a:p>
          <a:p>
            <a:r>
              <a:rPr lang="en-US" sz="3600" b="1">
                <a:latin typeface="Calibri"/>
                <a:ea typeface="Calibri"/>
                <a:cs typeface="Calibri"/>
              </a:rPr>
              <a:t>     </a:t>
            </a:r>
            <a:r>
              <a:rPr lang="en-US" sz="3200"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 Financial fraud</a:t>
            </a:r>
          </a:p>
          <a:p>
            <a:r>
              <a:rPr lang="en-US" sz="3200" b="1">
                <a:latin typeface="Calibri"/>
                <a:ea typeface="Calibri"/>
                <a:cs typeface="Calibri"/>
              </a:rPr>
              <a:t>      </a:t>
            </a:r>
            <a:r>
              <a:rPr lang="en-US" sz="3200" b="1"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 </a:t>
            </a:r>
            <a:r>
              <a:rPr lang="en-US" sz="3200"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Data breaches</a:t>
            </a:r>
            <a:endParaRPr lang="en-US" sz="3200">
              <a:highlight>
                <a:srgbClr val="FFFF00"/>
              </a:highlight>
              <a:cs typeface="Calibri"/>
            </a:endParaRP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267879" y="0"/>
            <a:ext cx="7827984" cy="954578"/>
          </a:xfrm>
        </p:spPr>
        <p:txBody>
          <a:bodyPr/>
          <a:lstStyle/>
          <a:p>
            <a:pPr eaLnBrk="1" hangingPunct="1"/>
            <a:r>
              <a:rPr lang="en-US" sz="3600" b="1">
                <a:ea typeface="ＭＳ Ｐゴシック"/>
              </a:rPr>
              <a:t>PROPOSED SOLUTION </a:t>
            </a:r>
            <a:br>
              <a:rPr lang="en-US" sz="3600" b="1"/>
            </a:br>
            <a:endParaRPr lang="en-US" sz="3600" b="1"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808094" y="479195"/>
            <a:ext cx="8166341" cy="6494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200" b="1">
                <a:latin typeface="Calibri"/>
                <a:ea typeface="Calibri"/>
                <a:cs typeface="Calibri"/>
              </a:rPr>
              <a:t>Smart Defense Platform</a:t>
            </a:r>
            <a:endParaRPr lang="en-US">
              <a:latin typeface="Calibri"/>
            </a:endParaRPr>
          </a:p>
          <a:p>
            <a:r>
              <a:rPr lang="en-US" sz="3200">
                <a:latin typeface="Arial"/>
                <a:ea typeface="ＭＳ Ｐゴシック"/>
                <a:cs typeface="Arial"/>
              </a:rPr>
              <a:t>•</a:t>
            </a:r>
            <a:r>
              <a:rPr lang="en-US" sz="3200">
                <a:latin typeface="Calibri"/>
                <a:ea typeface="Calibri"/>
                <a:cs typeface="Calibri"/>
              </a:rPr>
              <a:t>AI-based tool to detect harmful or suspicious</a:t>
            </a:r>
            <a:r>
              <a:rPr lang="en-US" sz="3200" b="1">
                <a:latin typeface="Calibri"/>
                <a:ea typeface="Calibri"/>
                <a:cs typeface="Calibri"/>
              </a:rPr>
              <a:t> </a:t>
            </a:r>
            <a:r>
              <a:rPr lang="en-US" sz="3200">
                <a:latin typeface="Calibri"/>
                <a:ea typeface="Calibri"/>
                <a:cs typeface="Calibri"/>
              </a:rPr>
              <a:t>content</a:t>
            </a:r>
            <a:endParaRPr lang="en-US">
              <a:latin typeface="Calibri"/>
            </a:endParaRPr>
          </a:p>
          <a:p>
            <a:r>
              <a:rPr lang="en-US" sz="3200">
                <a:latin typeface="Arial"/>
                <a:ea typeface="ＭＳ Ｐゴシック"/>
                <a:cs typeface="Arial"/>
              </a:rPr>
              <a:t>•</a:t>
            </a:r>
            <a:r>
              <a:rPr lang="en-US" sz="3200" b="1">
                <a:latin typeface="Calibri"/>
                <a:ea typeface="Calibri"/>
                <a:cs typeface="Calibri"/>
              </a:rPr>
              <a:t>Works on:</a:t>
            </a:r>
            <a:endParaRPr lang="en-US">
              <a:latin typeface="Calibri"/>
            </a:endParaRPr>
          </a:p>
          <a:p>
            <a:r>
              <a:rPr lang="en-US" sz="3200" b="1">
                <a:latin typeface="Calibri"/>
                <a:ea typeface="Calibri"/>
                <a:cs typeface="Calibri"/>
              </a:rPr>
              <a:t>     </a:t>
            </a:r>
            <a:r>
              <a:rPr lang="en-US" sz="3200">
                <a:latin typeface="Calibri"/>
                <a:ea typeface="Calibri"/>
                <a:cs typeface="Calibri"/>
              </a:rPr>
              <a:t>Emails</a:t>
            </a:r>
            <a:endParaRPr lang="en-US">
              <a:latin typeface="Calibri"/>
            </a:endParaRPr>
          </a:p>
          <a:p>
            <a:r>
              <a:rPr lang="en-US" sz="3200" b="1">
                <a:latin typeface="Calibri"/>
                <a:ea typeface="Calibri"/>
                <a:cs typeface="Calibri"/>
              </a:rPr>
              <a:t>     </a:t>
            </a:r>
            <a:r>
              <a:rPr lang="en-US" sz="3200">
                <a:latin typeface="Calibri"/>
                <a:ea typeface="Calibri"/>
                <a:cs typeface="Calibri"/>
              </a:rPr>
              <a:t>Messages</a:t>
            </a:r>
            <a:endParaRPr lang="en-US">
              <a:latin typeface="Calibri"/>
            </a:endParaRPr>
          </a:p>
          <a:p>
            <a:r>
              <a:rPr lang="en-US" sz="3200" b="1">
                <a:latin typeface="Calibri"/>
                <a:ea typeface="Calibri"/>
                <a:cs typeface="Calibri"/>
              </a:rPr>
              <a:t>     </a:t>
            </a:r>
            <a:r>
              <a:rPr lang="en-US" sz="3200">
                <a:latin typeface="Calibri"/>
                <a:ea typeface="Calibri"/>
                <a:cs typeface="Calibri"/>
              </a:rPr>
              <a:t>Social media text</a:t>
            </a:r>
            <a:endParaRPr lang="en-US">
              <a:latin typeface="Calibri"/>
            </a:endParaRPr>
          </a:p>
          <a:p>
            <a:r>
              <a:rPr lang="en-US" sz="3200">
                <a:latin typeface="Arial"/>
                <a:ea typeface="ＭＳ Ｐゴシック"/>
                <a:cs typeface="Arial"/>
              </a:rPr>
              <a:t>•</a:t>
            </a:r>
            <a:r>
              <a:rPr lang="en-US" sz="3200" b="1">
                <a:latin typeface="Calibri"/>
                <a:ea typeface="Calibri"/>
                <a:cs typeface="Calibri"/>
              </a:rPr>
              <a:t>Provides:</a:t>
            </a:r>
            <a:endParaRPr lang="en-US">
              <a:latin typeface="Calibri"/>
            </a:endParaRPr>
          </a:p>
          <a:p>
            <a:r>
              <a:rPr lang="en-US" sz="3200" b="1">
                <a:latin typeface="Calibri"/>
                <a:ea typeface="Calibri"/>
                <a:cs typeface="Calibri"/>
              </a:rPr>
              <a:t>      </a:t>
            </a:r>
            <a:r>
              <a:rPr lang="en-US" sz="3200">
                <a:latin typeface="Calibri"/>
                <a:ea typeface="Calibri"/>
                <a:cs typeface="Calibri"/>
              </a:rPr>
              <a:t>Risk score</a:t>
            </a:r>
            <a:endParaRPr lang="en-US">
              <a:latin typeface="Calibri"/>
            </a:endParaRPr>
          </a:p>
          <a:p>
            <a:r>
              <a:rPr lang="en-US" sz="3200">
                <a:latin typeface="Calibri"/>
                <a:ea typeface="Calibri"/>
                <a:cs typeface="Calibri"/>
              </a:rPr>
              <a:t>     </a:t>
            </a:r>
            <a:r>
              <a:rPr lang="en-US" sz="3200" b="1">
                <a:latin typeface="Calibri"/>
                <a:ea typeface="Calibri"/>
                <a:cs typeface="Calibri"/>
              </a:rPr>
              <a:t> </a:t>
            </a:r>
            <a:r>
              <a:rPr lang="en-US" sz="3200">
                <a:latin typeface="Calibri"/>
                <a:ea typeface="Calibri"/>
                <a:cs typeface="Calibri"/>
              </a:rPr>
              <a:t>Actionable suggestions</a:t>
            </a:r>
            <a:endParaRPr lang="en-US">
              <a:latin typeface="Calibri"/>
            </a:endParaRPr>
          </a:p>
          <a:p>
            <a:r>
              <a:rPr lang="en-US" sz="3200">
                <a:latin typeface="Arial"/>
                <a:cs typeface="Arial"/>
              </a:rPr>
              <a:t>•</a:t>
            </a:r>
            <a:r>
              <a:rPr lang="en-US" sz="3200" b="1">
                <a:ea typeface="Calibri"/>
                <a:cs typeface="Calibri"/>
              </a:rPr>
              <a:t>Privacy-first approach</a:t>
            </a:r>
            <a:endParaRPr lang="en-US"/>
          </a:p>
          <a:p>
            <a:r>
              <a:rPr lang="en-US" sz="3200" b="1">
                <a:latin typeface="Calibri"/>
                <a:ea typeface="Calibri"/>
                <a:cs typeface="Calibri"/>
              </a:rPr>
              <a:t>     </a:t>
            </a:r>
            <a:r>
              <a:rPr lang="en-US" sz="3200">
                <a:latin typeface="Calibri"/>
                <a:ea typeface="Calibri"/>
                <a:cs typeface="Calibri"/>
              </a:rPr>
              <a:t>No unnecessary data storage</a:t>
            </a:r>
            <a:endParaRPr lang="en-US">
              <a:latin typeface="Calibri"/>
            </a:endParaRPr>
          </a:p>
          <a:p>
            <a:endParaRPr lang="en-US" sz="3200">
              <a:cs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pic>
        <p:nvPicPr>
          <p:cNvPr id="12" name="Picture 11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4" name="Picture 13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5863" y="203044"/>
            <a:ext cx="1271040" cy="10845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35157" y="-32657"/>
            <a:ext cx="6711820" cy="1143000"/>
          </a:xfrm>
        </p:spPr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686560" y="1408002"/>
            <a:ext cx="9385300" cy="4955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3600">
                <a:latin typeface="Arial"/>
                <a:ea typeface="ＭＳ Ｐゴシック"/>
                <a:cs typeface="Arial"/>
              </a:rPr>
              <a:t>• </a:t>
            </a:r>
            <a:r>
              <a:rPr lang="en-US" sz="3600" b="1">
                <a:latin typeface="Calibri"/>
                <a:ea typeface="Calibri"/>
                <a:cs typeface="Calibri"/>
              </a:rPr>
              <a:t>Technologies Used:</a:t>
            </a:r>
            <a:endParaRPr lang="en-US" sz="2800">
              <a:latin typeface="Arial" pitchFamily="34" charset="0"/>
              <a:cs typeface="Arial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>
                <a:latin typeface="Arial"/>
                <a:ea typeface="ＭＳ Ｐゴシック"/>
                <a:cs typeface="Arial"/>
              </a:rPr>
              <a:t>   </a:t>
            </a:r>
            <a:r>
              <a:rPr lang="en-US" sz="2800">
                <a:latin typeface="Arial"/>
                <a:ea typeface="ＭＳ Ｐゴシック"/>
                <a:cs typeface="Arial"/>
              </a:rPr>
              <a:t>Python</a:t>
            </a:r>
            <a:endParaRPr lang="en-US">
              <a:latin typeface="Arial"/>
              <a:ea typeface="ＭＳ Ｐゴシック"/>
              <a:cs typeface="Arial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>
                <a:latin typeface="Arial"/>
                <a:ea typeface="ＭＳ Ｐゴシック"/>
                <a:cs typeface="Arial"/>
              </a:rPr>
              <a:t>   React/typescript (frontend)</a:t>
            </a:r>
            <a:endParaRPr lang="en-US">
              <a:latin typeface="Arial"/>
              <a:ea typeface="ＭＳ Ｐゴシック"/>
              <a:cs typeface="Arial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>
                <a:latin typeface="Arial"/>
                <a:ea typeface="ＭＳ Ｐゴシック"/>
                <a:cs typeface="Arial"/>
              </a:rPr>
              <a:t>    Python / fast API (backend)</a:t>
            </a:r>
            <a:endParaRPr lang="en-US">
              <a:latin typeface="Arial"/>
              <a:ea typeface="ＭＳ Ｐゴシック"/>
              <a:cs typeface="Arial"/>
            </a:endParaRPr>
          </a:p>
          <a:p>
            <a:pPr algn="just"/>
            <a:r>
              <a:rPr lang="en-US" sz="2800">
                <a:latin typeface="Arial"/>
                <a:ea typeface="ＭＳ Ｐゴシック"/>
                <a:cs typeface="Arial"/>
              </a:rPr>
              <a:t>• </a:t>
            </a:r>
            <a:r>
              <a:rPr lang="en-US" sz="2800" b="1">
                <a:latin typeface="Calibri"/>
                <a:ea typeface="Calibri"/>
                <a:cs typeface="Calibri"/>
              </a:rPr>
              <a:t>Methodology:</a:t>
            </a:r>
            <a:endParaRPr lang="en-US">
              <a:cs typeface="Calibri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>
                <a:latin typeface="Calibri"/>
                <a:ea typeface="Calibri"/>
                <a:cs typeface="Calibri"/>
              </a:rPr>
              <a:t>     </a:t>
            </a:r>
            <a:r>
              <a:rPr lang="en-US" sz="2800">
                <a:latin typeface="Calibri"/>
                <a:ea typeface="Calibri"/>
                <a:cs typeface="Calibri"/>
              </a:rPr>
              <a:t>Pattern &amp; keyword detection</a:t>
            </a:r>
            <a:endParaRPr lang="en-US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>
                <a:latin typeface="Calibri"/>
                <a:ea typeface="Calibri"/>
                <a:cs typeface="Calibri"/>
              </a:rPr>
              <a:t>     </a:t>
            </a:r>
            <a:r>
              <a:rPr lang="en-US" sz="2800">
                <a:latin typeface="Calibri"/>
                <a:ea typeface="Calibri"/>
                <a:cs typeface="Calibri"/>
              </a:rPr>
              <a:t>Risk classification</a:t>
            </a:r>
            <a:endParaRPr lang="en-US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>
                <a:latin typeface="Calibri"/>
                <a:ea typeface="Calibri"/>
                <a:cs typeface="Calibri"/>
              </a:rPr>
              <a:t>     </a:t>
            </a:r>
            <a:r>
              <a:rPr lang="en-US" sz="2800">
                <a:latin typeface="Calibri"/>
                <a:ea typeface="Calibri"/>
                <a:cs typeface="Calibri"/>
              </a:rPr>
              <a:t>Alert generation</a:t>
            </a:r>
            <a:endParaRPr lang="en-US"/>
          </a:p>
          <a:p>
            <a:pPr algn="just"/>
            <a:r>
              <a:rPr lang="en-US" sz="2800">
                <a:latin typeface="Arial"/>
                <a:ea typeface="ＭＳ Ｐゴシック"/>
                <a:cs typeface="Arial"/>
              </a:rPr>
              <a:t>• </a:t>
            </a:r>
            <a:r>
              <a:rPr lang="en-US" sz="2800" b="1">
                <a:latin typeface="Calibri"/>
                <a:ea typeface="Calibri"/>
                <a:cs typeface="Calibri"/>
              </a:rPr>
              <a:t>Output:</a:t>
            </a:r>
            <a:endParaRPr lang="en-US">
              <a:cs typeface="Calibri" pitchFamily="34" charset="0"/>
            </a:endParaRPr>
          </a:p>
          <a:p>
            <a:pPr algn="just"/>
            <a:r>
              <a:rPr lang="en-US" sz="2800" b="1">
                <a:latin typeface="Calibri"/>
                <a:ea typeface="Calibri"/>
                <a:cs typeface="Calibri"/>
              </a:rPr>
              <a:t>    </a:t>
            </a:r>
            <a:r>
              <a:rPr lang="en-US" sz="2800">
                <a:latin typeface="Calibri"/>
                <a:ea typeface="Calibri"/>
                <a:cs typeface="Calibri"/>
              </a:rPr>
              <a:t>Safe / Suspicious warning</a:t>
            </a:r>
            <a:endParaRPr lang="en-US" sz="2800" b="1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>
              <a:solidFill>
                <a:schemeClr val="bg1"/>
              </a:solidFill>
            </a:endParaRPr>
          </a:p>
        </p:txBody>
      </p:sp>
      <p:pic>
        <p:nvPicPr>
          <p:cNvPr id="9" name="Picture 8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3"/>
            <a:ext cx="1194498" cy="10192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59236" y="79310"/>
            <a:ext cx="7513169" cy="1143000"/>
          </a:xfrm>
        </p:spPr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24619" y="1397842"/>
            <a:ext cx="938530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Uses </a:t>
            </a:r>
            <a:r>
              <a:rPr lang="en-US" sz="2800" b="1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open-source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Low infrastructure cost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Can run on </a:t>
            </a:r>
            <a:r>
              <a:rPr lang="en-US" sz="2800" b="1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cloud or local system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Easy to integrate with:</a:t>
            </a:r>
          </a:p>
          <a:p>
            <a:pPr algn="just">
              <a:defRPr/>
            </a:pPr>
            <a:r>
              <a:rPr lang="en-US" sz="28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    Email clients</a:t>
            </a:r>
          </a:p>
          <a:p>
            <a:pPr algn="just">
              <a:defRPr/>
            </a:pPr>
            <a:r>
              <a:rPr lang="en-US" sz="28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    Web apps</a:t>
            </a:r>
          </a:p>
          <a:p>
            <a:pPr marL="457200" indent="-457200" algn="just">
              <a:buFont typeface="Arial"/>
              <a:buChar char="•"/>
              <a:defRPr/>
            </a:pPr>
            <a:r>
              <a:rPr lang="en-US" sz="28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Scalable for </a:t>
            </a:r>
            <a:r>
              <a:rPr lang="en-US" sz="2800" b="1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large user base</a:t>
            </a:r>
            <a:endParaRPr lang="en-US" sz="280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457200" indent="-457200" algn="just">
              <a:buFont typeface="Arial"/>
              <a:buChar char="•"/>
              <a:defRPr/>
            </a:pPr>
            <a:endParaRPr lang="en-US" sz="280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8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3"/>
            <a:ext cx="1194498" cy="101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59236" y="79310"/>
            <a:ext cx="7513169" cy="1143000"/>
          </a:xfrm>
        </p:spPr>
        <p:txBody>
          <a:bodyPr/>
          <a:lstStyle/>
          <a:p>
            <a:pPr eaLnBrk="1" hangingPunct="1"/>
            <a:r>
              <a:rPr lang="en-US" sz="3600" b="1"/>
              <a:t>CHALLENGES &amp; RISKS</a:t>
            </a:r>
            <a:endParaRPr lang="en-US" sz="3600" b="1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8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3"/>
            <a:ext cx="1194498" cy="10192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117186A-A288-1058-7874-1F8300D7C8BE}"/>
              </a:ext>
            </a:extLst>
          </p:cNvPr>
          <p:cNvSpPr txBox="1"/>
          <p:nvPr/>
        </p:nvSpPr>
        <p:spPr>
          <a:xfrm>
            <a:off x="2611120" y="1315720"/>
            <a:ext cx="859536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rtl="0">
              <a:buFont typeface="Arial"/>
              <a:buChar char="•"/>
            </a:pPr>
            <a:endParaRPr lang="en-US" sz="3600">
              <a:latin typeface="Calibri"/>
              <a:ea typeface="ＭＳ Ｐゴシック"/>
              <a:cs typeface="Calibri"/>
            </a:endParaRPr>
          </a:p>
          <a:p>
            <a:pPr marL="285750" indent="-285750" rtl="0">
              <a:buFont typeface="Arial"/>
              <a:buChar char="•"/>
            </a:pPr>
            <a:r>
              <a:rPr lang="en-US" sz="3600">
                <a:latin typeface="Calibri"/>
                <a:ea typeface="ＭＳ Ｐゴシック"/>
                <a:cs typeface="Calibri"/>
              </a:rPr>
              <a:t>False positives in detection</a:t>
            </a:r>
          </a:p>
          <a:p>
            <a:pPr marL="285750" indent="-285750" rtl="0">
              <a:buFont typeface="Arial"/>
              <a:buChar char="•"/>
            </a:pPr>
            <a:r>
              <a:rPr lang="en-US" sz="3600">
                <a:latin typeface="Calibri"/>
                <a:ea typeface="ＭＳ Ｐゴシック"/>
                <a:cs typeface="Calibri"/>
              </a:rPr>
              <a:t>Language &amp; slang variations</a:t>
            </a:r>
          </a:p>
          <a:p>
            <a:pPr marL="285750" indent="-285750" rtl="0">
              <a:buFont typeface="Arial"/>
              <a:buChar char="•"/>
            </a:pPr>
            <a:r>
              <a:rPr lang="en-US" sz="3600">
                <a:latin typeface="Calibri"/>
                <a:ea typeface="ＭＳ Ｐゴシック"/>
                <a:cs typeface="Calibri"/>
              </a:rPr>
              <a:t>Evolving cyber-attack patterns</a:t>
            </a:r>
          </a:p>
          <a:p>
            <a:pPr marL="285750" indent="-285750" rtl="0">
              <a:buFont typeface="Arial"/>
              <a:buChar char="•"/>
            </a:pPr>
            <a:r>
              <a:rPr lang="en-US" sz="3600">
                <a:latin typeface="Calibri"/>
                <a:ea typeface="ＭＳ Ｐゴシック"/>
                <a:cs typeface="Calibri"/>
              </a:rPr>
              <a:t>User trust in AI decisions</a:t>
            </a:r>
          </a:p>
          <a:p>
            <a:pPr marL="285750" indent="-285750">
              <a:buFont typeface="Arial"/>
              <a:buChar char="•"/>
            </a:pPr>
            <a:endParaRPr lang="en-US" sz="3600"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36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249006" y="-47625"/>
            <a:ext cx="8745894" cy="1143000"/>
          </a:xfrm>
        </p:spPr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529840" y="969013"/>
            <a:ext cx="1059434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571500" indent="-571500">
              <a:buFont typeface="Arial"/>
              <a:buChar char="•"/>
              <a:defRPr/>
            </a:pPr>
            <a:r>
              <a:rPr lang="en-US" sz="36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Social Impact:</a:t>
            </a:r>
            <a:endParaRPr lang="en-US" sz="3600">
              <a:solidFill>
                <a:srgbClr val="000000"/>
              </a:solidFill>
              <a:cs typeface="Calibri" pitchFamily="34" charset="0"/>
            </a:endParaRPr>
          </a:p>
          <a:p>
            <a:pPr>
              <a:defRPr/>
            </a:pPr>
            <a:r>
              <a:rPr lang="en-US" sz="3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    Safer digital environment</a:t>
            </a:r>
            <a:endParaRPr lang="en-US" sz="3600">
              <a:solidFill>
                <a:srgbClr val="000000"/>
              </a:solidFill>
              <a:cs typeface="Calibri" pitchFamily="34" charset="0"/>
            </a:endParaRPr>
          </a:p>
          <a:p>
            <a:pPr>
              <a:defRPr/>
            </a:pPr>
            <a:r>
              <a:rPr lang="en-US" sz="3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    Reduced online fraud</a:t>
            </a:r>
            <a:endParaRPr lang="en-US" sz="3600">
              <a:solidFill>
                <a:srgbClr val="000000"/>
              </a:solidFill>
              <a:cs typeface="Calibri" pitchFamily="34" charset="0"/>
            </a:endParaRPr>
          </a:p>
          <a:p>
            <a:pPr marL="571500" indent="-571500">
              <a:buFont typeface="Arial"/>
              <a:buChar char="•"/>
              <a:defRPr/>
            </a:pPr>
            <a:r>
              <a:rPr lang="en-US" sz="36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Economic Impact:</a:t>
            </a:r>
            <a:endParaRPr lang="en-US" sz="3600" b="1">
              <a:solidFill>
                <a:srgbClr val="000000"/>
              </a:solidFill>
              <a:cs typeface="Calibri" pitchFamily="34" charset="0"/>
            </a:endParaRPr>
          </a:p>
          <a:p>
            <a:pPr>
              <a:defRPr/>
            </a:pPr>
            <a:r>
              <a:rPr lang="en-US" sz="3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     Prevents financial loss</a:t>
            </a:r>
            <a:endParaRPr lang="en-US" sz="3600">
              <a:solidFill>
                <a:srgbClr val="000000"/>
              </a:solidFill>
              <a:cs typeface="Calibri" pitchFamily="34" charset="0"/>
            </a:endParaRPr>
          </a:p>
          <a:p>
            <a:pPr marL="571500" indent="-571500">
              <a:buFont typeface="Arial"/>
              <a:buChar char="•"/>
              <a:defRPr/>
            </a:pPr>
            <a:r>
              <a:rPr lang="en-US" sz="3600" b="1">
                <a:latin typeface="Calibri"/>
                <a:ea typeface="Calibri"/>
                <a:cs typeface="Calibri"/>
              </a:rPr>
              <a:t>Educational Impact:</a:t>
            </a:r>
            <a:endParaRPr lang="en-US" sz="3600" b="1">
              <a:cs typeface="Calibri" pitchFamily="34" charset="0"/>
            </a:endParaRPr>
          </a:p>
          <a:p>
            <a:pPr>
              <a:defRPr/>
            </a:pPr>
            <a:r>
              <a:rPr lang="en-US" sz="3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    Improves cyber awareness</a:t>
            </a:r>
            <a:endParaRPr lang="en-US" sz="3600">
              <a:solidFill>
                <a:srgbClr val="000000"/>
              </a:solidFill>
              <a:cs typeface="Calibri" pitchFamily="34" charset="0"/>
            </a:endParaRPr>
          </a:p>
          <a:p>
            <a:pPr marL="571500" indent="-571500">
              <a:buFont typeface="Arial"/>
              <a:buChar char="•"/>
              <a:defRPr/>
            </a:pPr>
            <a:r>
              <a:rPr lang="en-US" sz="36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Privacy Benefit:</a:t>
            </a:r>
            <a:endParaRPr lang="en-US" sz="3600" b="1">
              <a:solidFill>
                <a:srgbClr val="000000"/>
              </a:solidFill>
              <a:cs typeface="Calibri" pitchFamily="34" charset="0"/>
            </a:endParaRPr>
          </a:p>
          <a:p>
            <a:pPr>
              <a:defRPr/>
            </a:pPr>
            <a:r>
              <a:rPr lang="en-US" sz="3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     No excessive surveillance</a:t>
            </a:r>
            <a:endParaRPr lang="en-US" sz="3600">
              <a:solidFill>
                <a:srgbClr val="000000"/>
              </a:solidFill>
              <a:cs typeface="Calibri" pitchFamily="34" charset="0"/>
            </a:endParaRPr>
          </a:p>
          <a:p>
            <a:pPr marR="0" lvl="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360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8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3"/>
            <a:ext cx="1194498" cy="101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249006" y="-47625"/>
            <a:ext cx="8745894" cy="1143000"/>
          </a:xfrm>
        </p:spPr>
        <p:txBody>
          <a:bodyPr/>
          <a:lstStyle/>
          <a:p>
            <a:r>
              <a:rPr lang="en-US" sz="3600" b="1">
                <a:ea typeface="ＭＳ Ｐゴシック" pitchFamily="1" charset="-128"/>
                <a:cs typeface="Times New Roman" panose="02020603050405020304" pitchFamily="18" charset="0"/>
              </a:rPr>
              <a:t>TARGET USERS</a:t>
            </a:r>
            <a:endParaRPr lang="en-US" sz="3600" b="1">
              <a:latin typeface="Times New Roman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804160" y="1690373"/>
            <a:ext cx="9385300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571500" indent="-571500">
              <a:buFont typeface="Arial"/>
              <a:buChar char="•"/>
            </a:pPr>
            <a:endParaRPr lang="en-US" sz="3600" b="1" cap="all">
              <a:latin typeface="Calibri"/>
              <a:ea typeface="Calibri"/>
              <a:cs typeface="Calibri"/>
            </a:endParaRPr>
          </a:p>
          <a:p>
            <a:pPr marL="571500" indent="-571500">
              <a:buFont typeface="Arial"/>
              <a:buChar char="•"/>
            </a:pPr>
            <a:r>
              <a:rPr lang="en-US" sz="3600">
                <a:latin typeface="Calibri"/>
                <a:ea typeface="Calibri"/>
                <a:cs typeface="Calibri"/>
              </a:rPr>
              <a:t>🎓 Students</a:t>
            </a:r>
            <a:endParaRPr lang="en-US" sz="3600">
              <a:latin typeface="Calibri"/>
              <a:cs typeface="Calibri"/>
            </a:endParaRPr>
          </a:p>
          <a:p>
            <a:pPr marL="571500" indent="-571500">
              <a:buFont typeface="Arial"/>
              <a:buChar char="•"/>
            </a:pPr>
            <a:r>
              <a:rPr lang="en-US" sz="3600">
                <a:latin typeface="Calibri"/>
                <a:ea typeface="Calibri"/>
                <a:cs typeface="Calibri"/>
              </a:rPr>
              <a:t>🏢 Organizations</a:t>
            </a:r>
            <a:endParaRPr lang="en-US" sz="3600">
              <a:latin typeface="Calibri"/>
              <a:cs typeface="Calibri"/>
            </a:endParaRPr>
          </a:p>
          <a:p>
            <a:pPr marL="571500" indent="-571500">
              <a:buFont typeface="Arial"/>
              <a:buChar char="•"/>
            </a:pPr>
            <a:r>
              <a:rPr lang="en-US" sz="3600">
                <a:latin typeface="Calibri"/>
                <a:ea typeface="Calibri"/>
                <a:cs typeface="Calibri"/>
              </a:rPr>
              <a:t>🏛️ Government bodies</a:t>
            </a:r>
            <a:endParaRPr lang="en-US" sz="3600">
              <a:latin typeface="Calibri"/>
              <a:cs typeface="Calibri"/>
            </a:endParaRPr>
          </a:p>
          <a:p>
            <a:pPr marL="571500" indent="-571500">
              <a:buFont typeface="Arial"/>
              <a:buChar char="•"/>
            </a:pPr>
            <a:r>
              <a:rPr lang="en-US" sz="3600">
                <a:latin typeface="Calibri"/>
                <a:ea typeface="Calibri"/>
                <a:cs typeface="Calibri"/>
              </a:rPr>
              <a:t>👨‍👩‍👧‍👦 General public</a:t>
            </a:r>
            <a:endParaRPr lang="en-US" sz="3600">
              <a:latin typeface="Calibri"/>
              <a:cs typeface="Calibri"/>
            </a:endParaRPr>
          </a:p>
          <a:p>
            <a:pPr marL="571500" indent="-571500">
              <a:buFont typeface="Arial"/>
              <a:buChar char="•"/>
            </a:pPr>
            <a:r>
              <a:rPr lang="en-US" sz="3600">
                <a:latin typeface="Calibri"/>
                <a:ea typeface="Calibri"/>
                <a:cs typeface="Calibri"/>
              </a:rPr>
              <a:t>🏥 Hospitals &amp; institutions</a:t>
            </a:r>
            <a:endParaRPr lang="en-US" sz="3600">
              <a:latin typeface="Calibri"/>
              <a:cs typeface="Calibri"/>
            </a:endParaRPr>
          </a:p>
          <a:p>
            <a:pPr marL="571500" indent="-571500">
              <a:buFont typeface="Arial"/>
              <a:buChar char="•"/>
            </a:pPr>
            <a:endParaRPr lang="en-US" sz="3600">
              <a:ea typeface="Calibri"/>
              <a:cs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8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3"/>
            <a:ext cx="1194498" cy="101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249006" y="-47625"/>
            <a:ext cx="8745894" cy="1143000"/>
          </a:xfrm>
        </p:spPr>
        <p:txBody>
          <a:bodyPr/>
          <a:lstStyle/>
          <a:p>
            <a:pPr eaLnBrk="1" hangingPunct="1"/>
            <a:r>
              <a:rPr lang="en-US" sz="3600" b="1"/>
              <a:t>FUTURE SCOPE</a:t>
            </a:r>
            <a:endParaRPr lang="en-US" sz="3600" b="1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8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3"/>
            <a:ext cx="1194498" cy="10192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D5C5811-C83C-CDE0-C5E3-CA754F24CEBE}"/>
              </a:ext>
            </a:extLst>
          </p:cNvPr>
          <p:cNvSpPr txBox="1"/>
          <p:nvPr/>
        </p:nvSpPr>
        <p:spPr>
          <a:xfrm>
            <a:off x="2814320" y="1366520"/>
            <a:ext cx="609600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rtl="0">
              <a:buFont typeface="Arial"/>
              <a:buChar char="•"/>
            </a:pPr>
            <a:r>
              <a:rPr lang="en-US" sz="3600">
                <a:latin typeface="Calibri"/>
                <a:ea typeface="ＭＳ Ｐゴシック"/>
                <a:cs typeface="Calibri"/>
              </a:rPr>
              <a:t>Browser extension</a:t>
            </a:r>
            <a:endParaRPr lang="en-US" sz="3600">
              <a:cs typeface="Calibri"/>
            </a:endParaRPr>
          </a:p>
          <a:p>
            <a:pPr marL="285750" indent="-285750" rtl="0">
              <a:buFont typeface="Arial"/>
              <a:buChar char="•"/>
            </a:pPr>
            <a:r>
              <a:rPr lang="en-US" sz="3600">
                <a:latin typeface="Calibri"/>
                <a:ea typeface="ＭＳ Ｐゴシック"/>
                <a:cs typeface="Calibri"/>
              </a:rPr>
              <a:t>Mobile app integration</a:t>
            </a:r>
          </a:p>
          <a:p>
            <a:pPr marL="285750" indent="-285750" rtl="0">
              <a:buFont typeface="Arial"/>
              <a:buChar char="•"/>
            </a:pPr>
            <a:r>
              <a:rPr lang="en-US" sz="3600">
                <a:latin typeface="Calibri"/>
                <a:ea typeface="ＭＳ Ｐゴシック"/>
                <a:cs typeface="Calibri"/>
              </a:rPr>
              <a:t>Voice &amp; image threat detection</a:t>
            </a:r>
          </a:p>
          <a:p>
            <a:pPr marL="285750" indent="-285750" rtl="0">
              <a:buFont typeface="Arial"/>
              <a:buChar char="•"/>
            </a:pPr>
            <a:r>
              <a:rPr lang="en-US" sz="3600">
                <a:latin typeface="Calibri"/>
                <a:ea typeface="ＭＳ Ｐゴシック"/>
                <a:cs typeface="Calibri"/>
              </a:rPr>
              <a:t>Advanced AI explainability</a:t>
            </a:r>
          </a:p>
          <a:p>
            <a:pPr marL="285750" indent="-285750" rtl="0">
              <a:buFont typeface="Arial"/>
              <a:buChar char="•"/>
            </a:pPr>
            <a:r>
              <a:rPr lang="en-US" sz="3600">
                <a:latin typeface="Calibri"/>
                <a:ea typeface="ＭＳ Ｐゴシック"/>
                <a:cs typeface="Calibri"/>
              </a:rPr>
              <a:t>Integration with national cyber portals</a:t>
            </a:r>
          </a:p>
          <a:p>
            <a:pPr marL="285750" indent="-285750">
              <a:buFont typeface="Arial"/>
              <a:buChar char="•"/>
            </a:pPr>
            <a:r>
              <a:rPr lang="en-US" sz="3600">
                <a:latin typeface="Calibri"/>
                <a:ea typeface="ＭＳ Ｐゴシック"/>
                <a:cs typeface="Calibri"/>
              </a:rPr>
              <a:t>Multi-language support</a:t>
            </a:r>
            <a:endParaRPr lang="en-US" sz="3600">
              <a:cs typeface="Calibri"/>
            </a:endParaRPr>
          </a:p>
        </p:txBody>
      </p:sp>
      <p:pic>
        <p:nvPicPr>
          <p:cNvPr id="3" name="Picture 2" descr="A blue and white hand holding a phone&#10;&#10;AI-generated content may be incorrect.">
            <a:extLst>
              <a:ext uri="{FF2B5EF4-FFF2-40B4-BE49-F238E27FC236}">
                <a16:creationId xmlns:a16="http://schemas.microsoft.com/office/drawing/2014/main" id="{F3E79C47-38E0-2EDB-2BBB-EC4A87431F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9717" y="1371918"/>
            <a:ext cx="1818005" cy="1807845"/>
          </a:xfrm>
          <a:prstGeom prst="rect">
            <a:avLst/>
          </a:prstGeom>
        </p:spPr>
      </p:pic>
      <p:pic>
        <p:nvPicPr>
          <p:cNvPr id="5" name="Picture 4" descr="Threat detection - Free icons">
            <a:extLst>
              <a:ext uri="{FF2B5EF4-FFF2-40B4-BE49-F238E27FC236}">
                <a16:creationId xmlns:a16="http://schemas.microsoft.com/office/drawing/2014/main" id="{50C18F71-A017-3204-5BF7-7F86E81A7D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8480" y="3804920"/>
            <a:ext cx="1645920" cy="170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781646" y="216535"/>
            <a:ext cx="7953414" cy="1000760"/>
          </a:xfrm>
        </p:spPr>
        <p:txBody>
          <a:bodyPr/>
          <a:lstStyle/>
          <a:p>
            <a:pPr eaLnBrk="1" hangingPunct="1"/>
            <a:r>
              <a:rPr lang="en-US" sz="3600" b="1"/>
              <a:t>BUSINESS MODEL / PROFIT STRATEGY</a:t>
            </a:r>
            <a:endParaRPr lang="en-US" sz="3600" b="1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446533"/>
            <a:ext cx="9385300" cy="4370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1">
                <a:latin typeface="Calibri"/>
                <a:ea typeface="Calibri"/>
                <a:cs typeface="Calibri"/>
              </a:rPr>
              <a:t>• Short Ads:</a:t>
            </a:r>
            <a:endParaRPr lang="en-US" b="1">
              <a:latin typeface="Calibri"/>
              <a:cs typeface="Calibri"/>
            </a:endParaRPr>
          </a:p>
          <a:p>
            <a:r>
              <a:rPr lang="en-US" sz="2800">
                <a:latin typeface="Calibri"/>
                <a:ea typeface="Calibri"/>
                <a:cs typeface="Calibri"/>
              </a:rPr>
              <a:t>Non-intrusive cybersecurity-related advertisements.</a:t>
            </a:r>
            <a:endParaRPr lang="en-US">
              <a:latin typeface="Calibri"/>
            </a:endParaRPr>
          </a:p>
          <a:p>
            <a:endParaRPr lang="en-US"/>
          </a:p>
          <a:p>
            <a:r>
              <a:rPr lang="en-US" sz="2800" b="1">
                <a:latin typeface="Calibri"/>
                <a:ea typeface="Calibri"/>
                <a:cs typeface="Calibri"/>
              </a:rPr>
              <a:t>• Partner Promotions:</a:t>
            </a:r>
            <a:endParaRPr lang="en-US" b="1">
              <a:latin typeface="Calibri"/>
              <a:cs typeface="Calibri"/>
            </a:endParaRPr>
          </a:p>
          <a:p>
            <a:r>
              <a:rPr lang="en-US" sz="2800">
                <a:ea typeface="Calibri"/>
                <a:cs typeface="Calibri"/>
              </a:rPr>
              <a:t>Sponsored content from cyber &amp; ed-tech partners.</a:t>
            </a:r>
            <a:endParaRPr lang="en-US"/>
          </a:p>
          <a:p>
            <a:endParaRPr lang="en-US"/>
          </a:p>
          <a:p>
            <a:r>
              <a:rPr lang="en-US" sz="2800" b="1">
                <a:latin typeface="Calibri"/>
                <a:ea typeface="Calibri"/>
                <a:cs typeface="Calibri"/>
              </a:rPr>
              <a:t>• Privacy-Based Ads:</a:t>
            </a:r>
            <a:endParaRPr lang="en-US" b="1">
              <a:latin typeface="Calibri"/>
              <a:cs typeface="Calibri"/>
            </a:endParaRPr>
          </a:p>
          <a:p>
            <a:r>
              <a:rPr lang="en-US" sz="2800">
                <a:ea typeface="Calibri"/>
                <a:cs typeface="Calibri"/>
              </a:rPr>
              <a:t>Relevant ads without collecting personal data.</a:t>
            </a:r>
            <a:endParaRPr lang="en-US"/>
          </a:p>
          <a:p>
            <a:endParaRPr lang="en-US"/>
          </a:p>
          <a:p>
            <a:r>
              <a:rPr lang="en-US" sz="2800" b="1">
                <a:latin typeface="Calibri"/>
                <a:ea typeface="Calibri"/>
                <a:cs typeface="Calibri"/>
              </a:rPr>
              <a:t>• Freemium Model:</a:t>
            </a:r>
            <a:endParaRPr lang="en-US" b="1">
              <a:latin typeface="Calibri"/>
              <a:cs typeface="Calibri"/>
            </a:endParaRPr>
          </a:p>
          <a:p>
            <a:r>
              <a:rPr lang="en-US" sz="2800">
                <a:ea typeface="Calibri"/>
                <a:cs typeface="Calibri"/>
              </a:rPr>
              <a:t>Free platform with ads, optional paid ad-free version.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8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3"/>
            <a:ext cx="1194498" cy="1019267"/>
          </a:xfrm>
          <a:prstGeom prst="rect">
            <a:avLst/>
          </a:prstGeom>
        </p:spPr>
      </p:pic>
      <p:pic>
        <p:nvPicPr>
          <p:cNvPr id="2" name="Graphic 1" descr="Business Models: Types, Examples and Importance | Finschool">
            <a:extLst>
              <a:ext uri="{FF2B5EF4-FFF2-40B4-BE49-F238E27FC236}">
                <a16:creationId xmlns:a16="http://schemas.microsoft.com/office/drawing/2014/main" id="{A31E2974-B845-BEFA-AF8B-26AA947F72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41273" y="3386716"/>
            <a:ext cx="3616960" cy="361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1B4E8-CCE8-908F-C7FD-6A1AA51AB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1151B9F-7C2A-F851-13EA-B97DE24E3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9E6022EB-4BB6-EF06-ABBA-9DCAD617E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7951" y="-47625"/>
            <a:ext cx="7299649" cy="1143000"/>
          </a:xfrm>
        </p:spPr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5A7C1E91-0D44-07DD-F3C6-DB57E7CDF0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7280" y="1687823"/>
            <a:ext cx="9385300" cy="2985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en-US" sz="4000">
                <a:latin typeface="Calibri"/>
                <a:ea typeface="Calibri"/>
                <a:cs typeface="Calibri"/>
              </a:rPr>
              <a:t>Cybersecurity research papers</a:t>
            </a:r>
            <a:endParaRPr lang="en-US">
              <a:cs typeface="Calibri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4000">
                <a:latin typeface="Calibri"/>
                <a:ea typeface="Calibri"/>
                <a:cs typeface="Calibri"/>
              </a:rPr>
              <a:t>Open-source ML datasets</a:t>
            </a:r>
            <a:endParaRPr lang="en-US">
              <a:cs typeface="Calibri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4000">
                <a:latin typeface="Calibri"/>
                <a:ea typeface="Calibri"/>
                <a:cs typeface="Calibri"/>
              </a:rPr>
              <a:t>Government cyber safety guidelines</a:t>
            </a:r>
            <a:endParaRPr lang="en-US">
              <a:cs typeface="Calibri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4000">
                <a:latin typeface="Calibri"/>
                <a:ea typeface="Calibri"/>
                <a:cs typeface="Calibri"/>
              </a:rPr>
              <a:t>Online threat intelligence reports</a:t>
            </a:r>
            <a:endParaRPr lang="en-US">
              <a:cs typeface="Calibri"/>
            </a:endParaRPr>
          </a:p>
          <a:p>
            <a:pPr marR="0" lvl="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39DFC-FBB2-6699-7B9D-5FDD64681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 descr="eatm logo.png">
            <a:extLst>
              <a:ext uri="{FF2B5EF4-FFF2-40B4-BE49-F238E27FC236}">
                <a16:creationId xmlns:a16="http://schemas.microsoft.com/office/drawing/2014/main" id="{88C99EEA-844E-95EC-84A6-BCE211206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CBA097-16EF-A0C0-AE1F-BEA49D4B93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>
            <a:extLst>
              <a:ext uri="{FF2B5EF4-FFF2-40B4-BE49-F238E27FC236}">
                <a16:creationId xmlns:a16="http://schemas.microsoft.com/office/drawing/2014/main" id="{CB8A5F70-81F1-2238-E6D7-0B19D11C61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3"/>
            <a:ext cx="1194498" cy="1019267"/>
          </a:xfrm>
          <a:prstGeom prst="rect">
            <a:avLst/>
          </a:prstGeom>
        </p:spPr>
      </p:pic>
      <p:pic>
        <p:nvPicPr>
          <p:cNvPr id="2" name="Picture 1" descr="Cyber Security PNG, Vector, PSD, and ...">
            <a:extLst>
              <a:ext uri="{FF2B5EF4-FFF2-40B4-BE49-F238E27FC236}">
                <a16:creationId xmlns:a16="http://schemas.microsoft.com/office/drawing/2014/main" id="{26CC696B-2732-7F6F-211A-760E12191A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1637" y="1717358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994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10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ARTEMIS HACKATHON 2026</vt:lpstr>
      <vt:lpstr>PROBLEM STATEMENT</vt:lpstr>
      <vt:lpstr>PROPOSED SOLUTION  </vt:lpstr>
      <vt:lpstr>TECHNICAL APPROACH</vt:lpstr>
      <vt:lpstr>FEASIBILITY AND VIABILITY</vt:lpstr>
      <vt:lpstr>CHALLENGES &amp; RISKS</vt:lpstr>
      <vt:lpstr>IMPACT AND BENEFITS</vt:lpstr>
      <vt:lpstr>TARGET USERS</vt:lpstr>
      <vt:lpstr>FUTURE SCOPE</vt:lpstr>
      <vt:lpstr>BUSINESS MODEL / PROFIT STRATEGY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revision>1</cp:revision>
  <dcterms:created xsi:type="dcterms:W3CDTF">2013-12-12T18:46:50Z</dcterms:created>
  <dcterms:modified xsi:type="dcterms:W3CDTF">2026-02-25T08:51:13Z</dcterms:modified>
  <cp:category/>
</cp:coreProperties>
</file>